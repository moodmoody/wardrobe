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 Digital Twin App 用户使用说明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7FF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从用户角度理解：首页显示什么，怎么放衣服，怎么找衣服，怎么盘点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核心不是“衣服相册”，而是“现实衣橱地图”。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用户先看到真实衣橱的数字孪生，再把每件衣服放到具体位置。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4480560" cy="2560320"/>
          </a:xfrm>
          <a:prstGeom prst="roundRect">
            <a:avLst>
              <a:gd name="adj" fmla="val 2857"/>
            </a:avLst>
          </a:prstGeom>
          <a:solidFill>
            <a:srgbClr val="EBD8B9"/>
          </a:solidFill>
          <a:ln w="12700">
            <a:solidFill>
              <a:srgbClr val="7AD3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当前样板：W01 主衣橱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2194560"/>
            <a:ext cx="42062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左侧：层板叠放区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右侧：挂衣杆 + 抽屉区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重点：左侧第二层、左侧第四层、右侧挂衣杆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630936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FF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 PPT 按当前 Flutter 首页界面来解释，不讲底层代码。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用户打开首页，第一眼应该看懂什么？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首页不是商品橱窗，而是“我的真实衣橱控制台”。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14201D"/>
          </a:solidFill>
          <a:ln w="12700">
            <a:solidFill>
              <a:srgbClr val="7AD3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270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AD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真实衣橱模拟舱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告诉用户：这是 W01 主衣橱的数字孪生，不是普通穿搭 App。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270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现实照片校准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8745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左边是真实照片，当前选中节点会覆盖高亮到照片对应区域。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270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W01 空间剖面图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18745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把衣橱拆成可点击格子：层板、挂杆、抽屉、混杂区。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2461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2E6D1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558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节点详情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4983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用户点某个区域后，右侧显示：节点 ID、现实路径、访问方式、可见性、顺序规则。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2E6D1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3558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4983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每个区域可以标记：已盘点、待整理、未确认。用户知道哪些地方清楚，哪些地方还要处理。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产品主逻辑：先建空间，再放衣服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真实衣橱里有遮挡、叠放、抽屉和临时堆放，所以不能一开始就要求用户逐件录完。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EBD8B9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38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现实衣橱照片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用户拍一张 W01 的整体照片。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2487168"/>
            <a:ext cx="91440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60520" y="18288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空间节点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286000"/>
            <a:ext cx="2286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系统/用户确认层板、挂杆、抽屉、叠放组。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2487168"/>
            <a:ext cx="91440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18120" y="182880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9385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衣物位置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2286000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每件衣服挂靠到某个节点，记录顺序和可信度。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1D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用户理解方式：不是“我要录入一堆衣服”，而是“我先把衣橱地图建好，以后衣服都放到地图上”。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41D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这会显著降低首次使用成本。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第一次使用：怎么建立我的衣橱？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以当前 W01 首页为例，用户流程可以非常短。</a:t>
            </a:r>
            <a:endParaRPr lang="en-US" sz="1100" dirty="0"/>
          </a:p>
        </p:txBody>
      </p:sp>
      <p:pic>
        <p:nvPicPr>
          <p:cNvPr id="4" name="Image 0" descr="C:\Users\weife\Documents\Codex\wardrobe\assets\images\w01-re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297180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77640" y="12344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1：拍照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0" y="1691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拍一张衣橱正面照，作为现实校准图。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77640" y="25146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2624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2：确认空间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0" y="2971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确认左侧层板区、右侧挂衣区、抽屉区。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80960" y="12344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3：生成节点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18120" y="1691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 W01-L-S02、W01-R-H01 这类可定位编号。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80960" y="25146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624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4：先盘重点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18120" y="2971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先处理最常找、最乱、最能验证价值的位置。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977640" y="4160520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当前首页已经把 W01 样板做成了：照片校准 + 数字网格 + 节点详情 + 盘点状态。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用户怎么“放入一件衣服”？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目标：把一件现实衣服放到一个明确的现实位置里。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27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选位置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点“左侧第二层主叠放层”或某个叠放组。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1993392"/>
            <a:ext cx="64008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527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新增衣服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874520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拍衣服照片，填写名称、类别、颜色。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993392"/>
            <a:ext cx="64008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9516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527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记录顺序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1874520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叠放：从上往下第几件。挂衣：从左到右第几件。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64040" y="1993392"/>
            <a:ext cx="640080" cy="0"/>
          </a:xfrm>
          <a:prstGeom prst="line">
            <a:avLst/>
          </a:prstGeom>
          <a:noFill/>
          <a:ln w="25400">
            <a:solidFill>
              <a:srgbClr val="2F5F5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29800" y="141732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66960" y="1874520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生成衣物位置。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3337560"/>
            <a:ext cx="9966960" cy="1600200"/>
          </a:xfrm>
          <a:prstGeom prst="roundRect">
            <a:avLst>
              <a:gd name="adj" fmla="val 4571"/>
            </a:avLst>
          </a:prstGeom>
          <a:solidFill>
            <a:srgbClr val="14201D"/>
          </a:solidFill>
          <a:ln w="12700">
            <a:solidFill>
              <a:srgbClr val="7AD3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44728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AD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794760"/>
            <a:ext cx="96926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白色 T 恤 -&gt; 主衣橱 / 左侧第二层 / 右侧叠放组 / 从上往下第 4 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系统内部可编号为：W01-L-S02-G03-I04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用户怎么“找一件衣服”？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找衣服不是只看照片，而是得到可执行的现实路径。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44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/ 筛选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651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输入“黑色外套”或按季节、颜色、类别筛选。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123444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344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看到结果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691640"/>
            <a:ext cx="2651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衣服卡片显示缩略图 + 位置路径 + 最近确认时间。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69480" y="1234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定位现实位置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1691640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高亮照片和数字网格中的对应节点。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用户拿到的不是一句“在衣柜里”，而是：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主衣橱 / 右侧挂衣杆 / 从左到右第 6 件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这就是数字孪生的价值：数字世界给出可执行的位置，现实世界能按同一路径找到。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用户怎么“盘点”？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盘点的对象不是一件件衣服，而是一个个空间节点。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还没打开看过，或只是从照片粗略建模。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适合：抽屉、暗区。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2801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4D4B8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待整理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737360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区域太乱，先不要强行逐件录。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适合：底层混杂区。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2801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已盘点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1737360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已经拍近照、确认位置或录入主要衣物。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当前首页右侧“盘点状态”已经能切换这三种状态。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实际使用时，用户从“第一轮建议盘点”的三个重点节点开始：左侧第二层、左侧第四层、右侧挂衣杆。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当前首页每块区域，回答用户哪个问题？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把界面翻译成人话。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4201D"/>
          </a:solidFill>
          <a:ln w="12700">
            <a:solidFill>
              <a:srgbClr val="7AD3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AD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真实衣橱模拟舱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我现在管理的是哪个衣橱？它是不是我的真实衣橱？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0520" y="11887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现实照片校准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64592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这个数字节点在真实照片里对应哪一块？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26680" y="11887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W01 空间剖面图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164592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我能点击哪些真实存放位置？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743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节点详情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这个位置的编号、路径、可见性、拿取方式是什么？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2743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0040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这个位置是否已经确认？是否需要整理？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26680" y="2743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下一步动作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320040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我现在应该拍照、整理、录入，还是先跳过？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当前 MVP 已经有了什么，还缺什么？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这页用来防止团队把“可演示界面”和“完整产品”混在一起。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892040" cy="3566160"/>
          </a:xfrm>
          <a:prstGeom prst="roundRect">
            <a:avLst>
              <a:gd name="adj" fmla="val 2051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44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当前已经有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461772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W01 衣橱空间样板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现实照片校准卡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x 16 数字空间剖面图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节点详情：路径、类型、可见性、顺序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盘点状态：已盘点 / 待整理 / 未确认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1234440"/>
            <a:ext cx="48920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344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下一步需要补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461772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新增衣服流程：拍照、命名、分类、选择位置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找衣服流程：搜索、筛选、定位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状态持久化：刷新后仍保留盘点结果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移动记录：衣服从 A 节点移动到 B 节点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抽屉内部二次建模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一个完整用户场景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用一天里的真实动作串起来。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早上找衣服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搜索“黑色外套”，App 指向右侧挂衣杆。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11887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64592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衣物状态变成“离柜/穿着中”。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1887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晚上放回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64592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选择放回原位置，或记录新位置。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97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298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0" y="1645920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数字位置更新。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06324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长期价值：衣服不是静态相册，而是在现实衣橱和数字衣橱之间持续同步。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用户每次找、拿、放回、移动，都是在维护这个 digital twin。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建议下一阶段怎么做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为了让用户真的能闭环，优先做三个最小功能。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35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新增衣服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97180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从节点详情进入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拍照或选择照片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填写名称、颜色、类别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选择叠放/挂放顺序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32588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435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找衣服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783080"/>
            <a:ext cx="297180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筛选：类别/颜色/季节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结果卡片显示现实路径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点击后高亮照片和网格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32588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D7FFF6"/>
          </a:solidFill>
          <a:ln w="12700">
            <a:solidFill>
              <a:srgbClr val="2F5F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435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持久化盘点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1783080"/>
            <a:ext cx="297180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保存每个节点状态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记录最后确认时间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支持“移动到其他节点”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后续接本地数据库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优先顺序建议：新增衣服 -&gt; 找衣服 -&gt; 状态持久化。这样最快形成真实用户闭环。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衣橱 Digital Twin App 用户使用说明</dc:title>
  <dc:subject>Wardrobe Digital Twin user guide</dc:subject>
  <dc:creator>Codex</dc:creator>
  <cp:lastModifiedBy>Codex</cp:lastModifiedBy>
  <cp:revision>1</cp:revision>
  <dcterms:created xsi:type="dcterms:W3CDTF">2026-06-08T17:28:10Z</dcterms:created>
  <dcterms:modified xsi:type="dcterms:W3CDTF">2026-06-08T17:28:10Z</dcterms:modified>
</cp:coreProperties>
</file>